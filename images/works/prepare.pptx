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6" r:id="rId4"/>
    <p:sldId id="262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9C8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CFF2E-F724-4EE6-BD93-FBB0C5417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44BB20-FAEB-4062-A648-7A2484D7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593633-BDD4-481F-BFFD-B481DBE5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0FB82-169F-4422-A073-7FA0DCFF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93BA5-4D51-4FA5-B9A1-7520E9D7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4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38CD7-A1C9-4A11-9E38-6B004AC0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33074F-223C-42F3-892B-5D2F3B47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A70EFC-E8D9-44EA-B530-0D9340F7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A1AC08-774D-49AC-B94A-843B2AB3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12C00-54A0-4983-A4AF-E4F8C81F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1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01797-68B9-49EC-B246-010DCAD1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6AD5B-3892-425D-A8A1-4300A52D7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5CE4AE-68AD-4A48-BF30-7A25E437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7C5C7-0A88-4FDC-8E8D-3C0B88DD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0AE42-C9E8-417F-A6E6-35478457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2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53472-E080-443F-A070-28872223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11DFA6-842F-4CFA-A4AE-49C3FBAE6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D23276-3103-47C2-B12D-A529764B3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8E116D-8448-4EB7-8E5D-0EDB2B480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BB64E-914E-4D40-8412-CFF91295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155A17-73CA-4FF4-93D1-99D47C34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54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4C365-3B57-40BC-9CDD-80C629F8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9CDCAC-FA1C-4991-A57A-23EDFDEE0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AF0035-B201-4627-9B78-A022354F3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C378D0-EA7F-45C3-BA88-2F2F72FFF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6CF1A2-5312-435E-BCE9-66C26EB36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3E3B11-D033-4233-9F14-28291988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F64DA3-1940-4BE6-9993-4A6B6D3B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7F246C-3E22-4D6E-88FF-953D55F0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2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2CC40-D1E2-4F49-A67A-F4DCB697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BCFA2E-0CC8-4D77-B31B-74ADCCC3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E488AD-7173-47CA-A8C9-9EFF5E6A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C530F3-4DD1-43A5-B408-91DD609D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68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9EC1FB-1A3B-4E86-A94C-89352754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4A01F9-C791-4957-8343-33731B9B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786235-B014-4997-985B-0BB8B155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58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22135-F959-48D2-98AD-548D1751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205BCF-3116-476B-8CCC-B0494F6B2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40616-6CBD-460C-A5C7-5D5C1D120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84482-A052-423F-AE79-E84D3C5A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40FA4D-3268-4AD8-A0A1-BED7B102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1344D0-D42D-40DF-9D69-0BDEED10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65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B60FD-5D5A-42B2-B5BE-F991BD62B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3A3AFD-86C5-47A5-BC48-4EE198710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44C950-5A90-4F5D-ADC1-96BC85C34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F80FAB-0431-4B67-B007-E3C00B73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489421-AB7F-4E80-98BF-F725AE34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8C6B4F-D779-4158-B7B3-BB0613B0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26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C739D-AEBA-4773-9BED-4ACC4C2F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9B3704-E1A7-469D-968E-652D5DBF6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95DB80-8E20-40D7-8913-50F8F21D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5D311-4CF3-46DB-9297-03D3ECFC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CF7242-E3A3-44B9-805B-E09B59B5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6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812C41-266F-4BD5-A230-E68609C30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3E154A-03AD-45E7-A549-28AA9F03D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281DE-78BA-419E-99A6-1D388CE8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57340-2E8E-4A3B-BBA4-4D157FB4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19DCC-7229-4A28-B41C-A600842A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0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6ED069-FDD3-47BE-BAEB-85F2090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2A3761-0790-45C7-B889-6ECBCAA73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0B733-A924-44D9-9744-BBB0F0A6C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023B9-0FE2-4EBB-927B-D1BA0308495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8D46B-B61D-420C-A4F0-D21C20E65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F48E43-FF46-48F6-A2D7-FBFCEB5A9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50434-50FF-4CB3-AFBE-5C3565362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29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F150-1D4D-AF51-CFCC-4844A7AEF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F69682-32C2-341B-1BE1-F1BD096ADE6B}"/>
              </a:ext>
            </a:extLst>
          </p:cNvPr>
          <p:cNvSpPr/>
          <p:nvPr/>
        </p:nvSpPr>
        <p:spPr>
          <a:xfrm>
            <a:off x="232484" y="123951"/>
            <a:ext cx="11727032" cy="66100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CF03EC-2044-419C-8F75-DA6F0D90DCBB}"/>
              </a:ext>
            </a:extLst>
          </p:cNvPr>
          <p:cNvSpPr/>
          <p:nvPr/>
        </p:nvSpPr>
        <p:spPr>
          <a:xfrm>
            <a:off x="352595" y="231201"/>
            <a:ext cx="11486810" cy="639559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D8397F-3685-C790-64CB-DC007B4638BB}"/>
              </a:ext>
            </a:extLst>
          </p:cNvPr>
          <p:cNvSpPr/>
          <p:nvPr/>
        </p:nvSpPr>
        <p:spPr>
          <a:xfrm>
            <a:off x="565635" y="361575"/>
            <a:ext cx="3581494" cy="352977"/>
          </a:xfrm>
          <a:prstGeom prst="roundRect">
            <a:avLst>
              <a:gd name="adj" fmla="val 2364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to Human-Human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7793BE-F138-4915-E8F6-C35E60BEECBD}"/>
              </a:ext>
            </a:extLst>
          </p:cNvPr>
          <p:cNvSpPr txBox="1"/>
          <p:nvPr/>
        </p:nvSpPr>
        <p:spPr>
          <a:xfrm>
            <a:off x="7919125" y="935197"/>
            <a:ext cx="370122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ts val="1800"/>
              </a:lnSpc>
              <a:defRPr sz="1400" b="1" i="1"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defRPr>
            </a:lvl1pPr>
          </a:lstStyle>
          <a:p>
            <a:pPr algn="r">
              <a:lnSpc>
                <a:spcPts val="2700"/>
              </a:lnSpc>
            </a:pPr>
            <a:r>
              <a:rPr lang="en-US" altLang="zh-CN" sz="2400" dirty="0"/>
              <a:t>The first person </a:t>
            </a:r>
            <a:r>
              <a:rPr lang="en-US" altLang="zh-CN" sz="2400" dirty="0">
                <a:solidFill>
                  <a:schemeClr val="accent1"/>
                </a:solidFill>
              </a:rPr>
              <a:t>steps forward </a:t>
            </a:r>
            <a:r>
              <a:rPr lang="en-US" altLang="zh-CN" sz="2400" dirty="0"/>
              <a:t>with the </a:t>
            </a:r>
            <a:r>
              <a:rPr lang="en-US" altLang="zh-CN" sz="2400" dirty="0">
                <a:solidFill>
                  <a:schemeClr val="accent1"/>
                </a:solidFill>
              </a:rPr>
              <a:t>right foot </a:t>
            </a:r>
            <a:r>
              <a:rPr lang="en-US" altLang="zh-CN" sz="2400" dirty="0"/>
              <a:t>while the second takes </a:t>
            </a:r>
          </a:p>
          <a:p>
            <a:pPr algn="r">
              <a:lnSpc>
                <a:spcPts val="2700"/>
              </a:lnSpc>
            </a:pPr>
            <a:r>
              <a:rPr lang="en-US" altLang="zh-CN" sz="2400" dirty="0"/>
              <a:t>one </a:t>
            </a:r>
            <a:r>
              <a:rPr lang="en-US" altLang="zh-CN" sz="2400" dirty="0">
                <a:solidFill>
                  <a:schemeClr val="accent2"/>
                </a:solidFill>
              </a:rPr>
              <a:t>step back </a:t>
            </a:r>
            <a:r>
              <a:rPr lang="en-US" altLang="zh-CN" sz="2400" dirty="0"/>
              <a:t>with the</a:t>
            </a:r>
          </a:p>
          <a:p>
            <a:pPr algn="r">
              <a:lnSpc>
                <a:spcPts val="2700"/>
              </a:lnSpc>
            </a:pP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left foot </a:t>
            </a:r>
            <a:r>
              <a:rPr lang="en-US" altLang="zh-CN" sz="2400" dirty="0"/>
              <a:t>and </a:t>
            </a:r>
          </a:p>
          <a:p>
            <a:pPr algn="r">
              <a:lnSpc>
                <a:spcPts val="2700"/>
              </a:lnSpc>
            </a:pPr>
            <a:r>
              <a:rPr lang="en-US" altLang="zh-CN" sz="2400" dirty="0">
                <a:solidFill>
                  <a:schemeClr val="accent2"/>
                </a:solidFill>
              </a:rPr>
              <a:t>raises both hands</a:t>
            </a:r>
            <a:r>
              <a:rPr lang="en-US" altLang="zh-CN" sz="2400" dirty="0"/>
              <a:t>. 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6690C85-6F14-AE73-486B-1A6CA947811E}"/>
              </a:ext>
            </a:extLst>
          </p:cNvPr>
          <p:cNvGrpSpPr/>
          <p:nvPr/>
        </p:nvGrpSpPr>
        <p:grpSpPr>
          <a:xfrm>
            <a:off x="565635" y="772135"/>
            <a:ext cx="7846561" cy="2509499"/>
            <a:chOff x="645326" y="1967429"/>
            <a:chExt cx="5519099" cy="176512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72DEFCD-6EB8-45E3-466B-DB836AB7FE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9" t="15876" r="2039" b="12414"/>
            <a:stretch/>
          </p:blipFill>
          <p:spPr>
            <a:xfrm>
              <a:off x="645326" y="1967429"/>
              <a:ext cx="5519099" cy="1765127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7B27EB4-A908-79AE-D0B7-4CA3E22F7320}"/>
                </a:ext>
              </a:extLst>
            </p:cNvPr>
            <p:cNvSpPr/>
            <p:nvPr/>
          </p:nvSpPr>
          <p:spPr>
            <a:xfrm>
              <a:off x="1064766" y="3142872"/>
              <a:ext cx="754304" cy="434547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8EDDB41-83FE-D6FD-4A0A-82919B9EF558}"/>
                </a:ext>
              </a:extLst>
            </p:cNvPr>
            <p:cNvSpPr/>
            <p:nvPr/>
          </p:nvSpPr>
          <p:spPr>
            <a:xfrm>
              <a:off x="2467710" y="3175237"/>
              <a:ext cx="754304" cy="434547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62690AB-AF94-0F1A-2B8F-501E8539D38D}"/>
                </a:ext>
              </a:extLst>
            </p:cNvPr>
            <p:cNvSpPr/>
            <p:nvPr/>
          </p:nvSpPr>
          <p:spPr>
            <a:xfrm>
              <a:off x="4643866" y="2948811"/>
              <a:ext cx="399010" cy="541023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21EE98E-F530-CA7C-66FA-D65B4DD1AD5A}"/>
                </a:ext>
              </a:extLst>
            </p:cNvPr>
            <p:cNvSpPr/>
            <p:nvPr/>
          </p:nvSpPr>
          <p:spPr>
            <a:xfrm>
              <a:off x="4607487" y="2309179"/>
              <a:ext cx="956267" cy="437229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054AB1C-84E3-15A2-B5E2-10CEFA1471C5}"/>
              </a:ext>
            </a:extLst>
          </p:cNvPr>
          <p:cNvSpPr/>
          <p:nvPr/>
        </p:nvSpPr>
        <p:spPr>
          <a:xfrm>
            <a:off x="565635" y="3510254"/>
            <a:ext cx="3581494" cy="352977"/>
          </a:xfrm>
          <a:prstGeom prst="roundRect">
            <a:avLst>
              <a:gd name="adj" fmla="val 2364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Reaction Generation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486F137-7D84-8E77-E402-142C3DAC6E1D}"/>
              </a:ext>
            </a:extLst>
          </p:cNvPr>
          <p:cNvSpPr txBox="1"/>
          <p:nvPr/>
        </p:nvSpPr>
        <p:spPr>
          <a:xfrm>
            <a:off x="4424167" y="3656219"/>
            <a:ext cx="6818591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lnSpc>
                <a:spcPts val="2500"/>
              </a:lnSpc>
              <a:defRPr sz="2400" b="1" i="1"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Two people are </a:t>
            </a:r>
            <a:r>
              <a:rPr lang="en-US" altLang="zh-CN" dirty="0">
                <a:solidFill>
                  <a:srgbClr val="4472C4"/>
                </a:solidFill>
              </a:rPr>
              <a:t>throwing punches </a:t>
            </a:r>
            <a:r>
              <a:rPr lang="en-US" altLang="zh-CN" dirty="0"/>
              <a:t>at each other.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947E20C-A260-B718-A94B-A88EC8208BA8}"/>
              </a:ext>
            </a:extLst>
          </p:cNvPr>
          <p:cNvSpPr/>
          <p:nvPr/>
        </p:nvSpPr>
        <p:spPr>
          <a:xfrm>
            <a:off x="704588" y="4188433"/>
            <a:ext cx="1390997" cy="225225"/>
          </a:xfrm>
          <a:prstGeom prst="roundRect">
            <a:avLst>
              <a:gd name="adj" fmla="val 34761"/>
            </a:avLst>
          </a:prstGeom>
          <a:solidFill>
            <a:srgbClr val="5098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439BF2-CE85-A32C-2555-9FFB16E91DC1}"/>
              </a:ext>
            </a:extLst>
          </p:cNvPr>
          <p:cNvSpPr txBox="1"/>
          <p:nvPr/>
        </p:nvSpPr>
        <p:spPr>
          <a:xfrm>
            <a:off x="636785" y="4410043"/>
            <a:ext cx="1526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algn="ctr"/>
            <a:r>
              <a:rPr lang="de-DE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304DAF-7A23-4A02-1753-BA0943EC9593}"/>
              </a:ext>
            </a:extLst>
          </p:cNvPr>
          <p:cNvSpPr txBox="1"/>
          <p:nvPr/>
        </p:nvSpPr>
        <p:spPr>
          <a:xfrm>
            <a:off x="761931" y="5654061"/>
            <a:ext cx="12763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</a:t>
            </a:r>
          </a:p>
          <a:p>
            <a:pPr algn="ctr"/>
            <a:r>
              <a:rPr lang="de-DE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0746B1F-7599-FA06-5BAE-E81CB370F3DE}"/>
              </a:ext>
            </a:extLst>
          </p:cNvPr>
          <p:cNvSpPr/>
          <p:nvPr/>
        </p:nvSpPr>
        <p:spPr>
          <a:xfrm>
            <a:off x="704588" y="5453345"/>
            <a:ext cx="1390997" cy="225225"/>
          </a:xfrm>
          <a:prstGeom prst="roundRect">
            <a:avLst>
              <a:gd name="adj" fmla="val 34761"/>
            </a:avLst>
          </a:prstGeom>
          <a:solidFill>
            <a:srgbClr val="C27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69CFC4A-437B-4F13-FAD7-3E2186225558}"/>
              </a:ext>
            </a:extLst>
          </p:cNvPr>
          <p:cNvGrpSpPr/>
          <p:nvPr/>
        </p:nvGrpSpPr>
        <p:grpSpPr>
          <a:xfrm>
            <a:off x="2742746" y="4189750"/>
            <a:ext cx="8812469" cy="2334103"/>
            <a:chOff x="5181664" y="4503339"/>
            <a:chExt cx="7034752" cy="1863251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70273A5-A65B-EC9F-7646-B4DAB959D7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0" t="37210" r="474" b="13987"/>
            <a:stretch>
              <a:fillRect/>
            </a:stretch>
          </p:blipFill>
          <p:spPr>
            <a:xfrm>
              <a:off x="5181664" y="4503339"/>
              <a:ext cx="7034752" cy="1863251"/>
            </a:xfrm>
            <a:prstGeom prst="rect">
              <a:avLst/>
            </a:prstGeom>
          </p:spPr>
        </p:pic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986F97B-8CEA-B0B9-09F4-E92E900B0C46}"/>
                </a:ext>
              </a:extLst>
            </p:cNvPr>
            <p:cNvSpPr/>
            <p:nvPr/>
          </p:nvSpPr>
          <p:spPr>
            <a:xfrm>
              <a:off x="7815455" y="4549306"/>
              <a:ext cx="1429989" cy="84535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998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6D615E-10B9-4E30-81B8-6A1E2EE930F2}"/>
              </a:ext>
            </a:extLst>
          </p:cNvPr>
          <p:cNvSpPr/>
          <p:nvPr/>
        </p:nvSpPr>
        <p:spPr>
          <a:xfrm>
            <a:off x="232484" y="123951"/>
            <a:ext cx="11727032" cy="66100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0F1C4F-B7B5-41FF-856E-C86C92E147A1}"/>
              </a:ext>
            </a:extLst>
          </p:cNvPr>
          <p:cNvSpPr/>
          <p:nvPr/>
        </p:nvSpPr>
        <p:spPr>
          <a:xfrm>
            <a:off x="352595" y="231201"/>
            <a:ext cx="11486810" cy="639559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FD138B-DEDB-473B-83F4-BA5067C61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03" y="314789"/>
            <a:ext cx="7407318" cy="62522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FF7B40-E457-4098-8884-395A78518A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70" t="22880" r="48171"/>
          <a:stretch/>
        </p:blipFill>
        <p:spPr>
          <a:xfrm>
            <a:off x="7855724" y="386728"/>
            <a:ext cx="3858856" cy="262069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E11DE10-E5B4-46ED-BFCA-29E012A3B8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38" t="1997" r="1494"/>
          <a:stretch/>
        </p:blipFill>
        <p:spPr>
          <a:xfrm>
            <a:off x="7855724" y="3114675"/>
            <a:ext cx="3775336" cy="333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70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6D615E-10B9-4E30-81B8-6A1E2EE930F2}"/>
              </a:ext>
            </a:extLst>
          </p:cNvPr>
          <p:cNvSpPr/>
          <p:nvPr/>
        </p:nvSpPr>
        <p:spPr>
          <a:xfrm>
            <a:off x="232484" y="123951"/>
            <a:ext cx="11727032" cy="66100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0F1C4F-B7B5-41FF-856E-C86C92E147A1}"/>
              </a:ext>
            </a:extLst>
          </p:cNvPr>
          <p:cNvSpPr/>
          <p:nvPr/>
        </p:nvSpPr>
        <p:spPr>
          <a:xfrm>
            <a:off x="352595" y="231201"/>
            <a:ext cx="11486810" cy="639559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1A1A6A-787A-4ACC-93C1-06EE93EDCDB0}"/>
              </a:ext>
            </a:extLst>
          </p:cNvPr>
          <p:cNvSpPr txBox="1"/>
          <p:nvPr/>
        </p:nvSpPr>
        <p:spPr>
          <a:xfrm>
            <a:off x="554505" y="454185"/>
            <a:ext cx="6056301" cy="73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altLang="zh-CN" sz="2400" b="1" i="1"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rPr>
              <a:t>The figure does a </a:t>
            </a:r>
            <a:r>
              <a:rPr lang="en-US" altLang="zh-CN" sz="2400" b="1" i="1">
                <a:solidFill>
                  <a:srgbClr val="C00000"/>
                </a:solidFill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rPr>
              <a:t>quick small jump</a:t>
            </a:r>
            <a:r>
              <a:rPr lang="en-US" altLang="zh-CN" sz="2400" b="1" i="1"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rPr>
              <a:t>, then walks forwards and stops.</a:t>
            </a:r>
            <a:endParaRPr lang="zh-CN" altLang="en-US" sz="2400" b="1" i="1" dirty="0">
              <a:latin typeface="Candara" panose="020E0502030303020204" pitchFamily="34" charset="0"/>
              <a:ea typeface="HarmonyOS Sans SC Medium" panose="000006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591AE53-88BA-402F-9F22-21E88AB8BC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1" t="9189" r="10540" b="13644"/>
          <a:stretch/>
        </p:blipFill>
        <p:spPr>
          <a:xfrm>
            <a:off x="620698" y="1201122"/>
            <a:ext cx="5285713" cy="283613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30A0651-F837-4524-B703-DA378BC4F3C3}"/>
              </a:ext>
            </a:extLst>
          </p:cNvPr>
          <p:cNvSpPr txBox="1"/>
          <p:nvPr/>
        </p:nvSpPr>
        <p:spPr>
          <a:xfrm>
            <a:off x="6444551" y="1926807"/>
            <a:ext cx="4725129" cy="7346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ts val="2500"/>
              </a:lnSpc>
              <a:defRPr sz="2400" b="1" i="1"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The person is </a:t>
            </a:r>
            <a:r>
              <a:rPr lang="en-US" altLang="zh-CN">
                <a:solidFill>
                  <a:srgbClr val="C00000"/>
                </a:solidFill>
              </a:rPr>
              <a:t>running forward</a:t>
            </a:r>
            <a:r>
              <a:rPr lang="en-US" altLang="zh-CN"/>
              <a:t> at a normal speed.</a:t>
            </a:r>
            <a:endParaRPr lang="en-US" altLang="zh-CN" dirty="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3B79A84F-B189-4557-A829-D2C9C0B3676D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H="1" flipV="1">
            <a:off x="6444551" y="2294120"/>
            <a:ext cx="138402" cy="1134880"/>
          </a:xfrm>
          <a:prstGeom prst="curvedConnector4">
            <a:avLst>
              <a:gd name="adj1" fmla="val -165171"/>
              <a:gd name="adj2" fmla="val 96639"/>
            </a:avLst>
          </a:prstGeom>
          <a:ln w="38100">
            <a:solidFill>
              <a:srgbClr val="62969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85471D3-A46C-4603-B0EC-E3E2E4A78C9A}"/>
              </a:ext>
            </a:extLst>
          </p:cNvPr>
          <p:cNvSpPr txBox="1"/>
          <p:nvPr/>
        </p:nvSpPr>
        <p:spPr>
          <a:xfrm>
            <a:off x="1688858" y="4875450"/>
            <a:ext cx="3371393" cy="7346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ts val="2500"/>
              </a:lnSpc>
              <a:defRPr sz="2400" b="1" i="1">
                <a:latin typeface="Candara" panose="020E0502030303020204" pitchFamily="34" charset="0"/>
                <a:ea typeface="HarmonyOS Sans SC Medium" panose="000006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A person swings his </a:t>
            </a:r>
            <a:r>
              <a:rPr lang="en-US" altLang="zh-CN">
                <a:solidFill>
                  <a:srgbClr val="C00000"/>
                </a:solidFill>
              </a:rPr>
              <a:t>right arm over head</a:t>
            </a:r>
            <a:r>
              <a:rPr lang="en-US" altLang="zh-CN"/>
              <a:t>.</a:t>
            </a:r>
            <a:endParaRPr lang="en-US" altLang="zh-CN" dirty="0"/>
          </a:p>
        </p:txBody>
      </p: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2AB160DA-D433-46D9-880D-85892ADD6397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11086961" y="2294120"/>
            <a:ext cx="82719" cy="1134880"/>
          </a:xfrm>
          <a:prstGeom prst="curvedConnector4">
            <a:avLst>
              <a:gd name="adj1" fmla="val -276357"/>
              <a:gd name="adj2" fmla="val 98181"/>
            </a:avLst>
          </a:prstGeom>
          <a:ln w="38100">
            <a:solidFill>
              <a:srgbClr val="62969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7DB6FA35-B017-4B77-A97E-2D116951384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0"/>
          <a:stretch/>
        </p:blipFill>
        <p:spPr>
          <a:xfrm>
            <a:off x="4856603" y="3062584"/>
            <a:ext cx="7102913" cy="3385685"/>
          </a:xfrm>
          <a:prstGeom prst="rect">
            <a:avLst/>
          </a:prstGeom>
        </p:spPr>
      </p:pic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E531B2C3-E1FF-4B94-A6EC-CD15704ECF8F}"/>
              </a:ext>
            </a:extLst>
          </p:cNvPr>
          <p:cNvCxnSpPr>
            <a:cxnSpLocks/>
          </p:cNvCxnSpPr>
          <p:nvPr/>
        </p:nvCxnSpPr>
        <p:spPr>
          <a:xfrm>
            <a:off x="4492327" y="5369428"/>
            <a:ext cx="3586915" cy="12700"/>
          </a:xfrm>
          <a:prstGeom prst="curvedConnector3">
            <a:avLst>
              <a:gd name="adj1" fmla="val 50000"/>
            </a:avLst>
          </a:prstGeom>
          <a:ln w="38100">
            <a:solidFill>
              <a:srgbClr val="9C855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09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A67C2209-A6D2-435F-8ABD-7BD51479C5B9}"/>
              </a:ext>
            </a:extLst>
          </p:cNvPr>
          <p:cNvGrpSpPr/>
          <p:nvPr/>
        </p:nvGrpSpPr>
        <p:grpSpPr>
          <a:xfrm>
            <a:off x="232484" y="123951"/>
            <a:ext cx="11727032" cy="6610097"/>
            <a:chOff x="232484" y="123951"/>
            <a:chExt cx="11727032" cy="661009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86D615E-10B9-4E30-81B8-6A1E2EE930F2}"/>
                </a:ext>
              </a:extLst>
            </p:cNvPr>
            <p:cNvSpPr/>
            <p:nvPr/>
          </p:nvSpPr>
          <p:spPr>
            <a:xfrm>
              <a:off x="232484" y="123951"/>
              <a:ext cx="11727032" cy="66100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0F1C4F-B7B5-41FF-856E-C86C92E147A1}"/>
                </a:ext>
              </a:extLst>
            </p:cNvPr>
            <p:cNvSpPr/>
            <p:nvPr/>
          </p:nvSpPr>
          <p:spPr>
            <a:xfrm>
              <a:off x="352595" y="231201"/>
              <a:ext cx="11486810" cy="6395596"/>
            </a:xfrm>
            <a:prstGeom prst="roundRect">
              <a:avLst>
                <a:gd name="adj" fmla="val 271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F4DF5F9-2907-4948-99C4-ECE11373F58A}"/>
                </a:ext>
              </a:extLst>
            </p:cNvPr>
            <p:cNvGrpSpPr/>
            <p:nvPr/>
          </p:nvGrpSpPr>
          <p:grpSpPr>
            <a:xfrm>
              <a:off x="808572" y="231201"/>
              <a:ext cx="10574856" cy="6395596"/>
              <a:chOff x="808572" y="222019"/>
              <a:chExt cx="10574856" cy="6395596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17B84460-AE8E-4BE1-8AA6-BEC9F155A7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1072"/>
              <a:stretch/>
            </p:blipFill>
            <p:spPr>
              <a:xfrm>
                <a:off x="808572" y="222019"/>
                <a:ext cx="5177792" cy="2897675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FDA355C9-0C28-4BAF-863D-87E5DB3429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1248"/>
              <a:stretch/>
            </p:blipFill>
            <p:spPr>
              <a:xfrm>
                <a:off x="6205636" y="222020"/>
                <a:ext cx="5177792" cy="2897675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32933E75-93AD-46D7-917B-887592EF3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572" y="3239536"/>
                <a:ext cx="10574856" cy="337807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4540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F3DF0669-1C1D-4737-BA96-3211BEF71FC0}"/>
              </a:ext>
            </a:extLst>
          </p:cNvPr>
          <p:cNvGrpSpPr/>
          <p:nvPr/>
        </p:nvGrpSpPr>
        <p:grpSpPr>
          <a:xfrm>
            <a:off x="232484" y="123951"/>
            <a:ext cx="11727032" cy="6610097"/>
            <a:chOff x="232484" y="123951"/>
            <a:chExt cx="11727032" cy="661009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86D615E-10B9-4E30-81B8-6A1E2EE930F2}"/>
                </a:ext>
              </a:extLst>
            </p:cNvPr>
            <p:cNvSpPr/>
            <p:nvPr/>
          </p:nvSpPr>
          <p:spPr>
            <a:xfrm>
              <a:off x="232484" y="123951"/>
              <a:ext cx="11727032" cy="66100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0F1C4F-B7B5-41FF-856E-C86C92E147A1}"/>
                </a:ext>
              </a:extLst>
            </p:cNvPr>
            <p:cNvSpPr/>
            <p:nvPr/>
          </p:nvSpPr>
          <p:spPr>
            <a:xfrm>
              <a:off x="339436" y="239138"/>
              <a:ext cx="11513128" cy="637972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C6211C1-0B9F-4B90-8AEE-B567B55207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45" t="413" r="190" b="575"/>
            <a:stretch/>
          </p:blipFill>
          <p:spPr>
            <a:xfrm>
              <a:off x="4336143" y="235921"/>
              <a:ext cx="7516422" cy="637972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91BA75DC-9B36-4CE1-B3B9-D5BC512C0B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97" t="1424" r="38517" b="1"/>
            <a:stretch/>
          </p:blipFill>
          <p:spPr>
            <a:xfrm>
              <a:off x="339434" y="235921"/>
              <a:ext cx="3706423" cy="489367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E609029-E7FE-4A9C-BC31-367D79F56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317" t="98" r="228" b="50753"/>
            <a:stretch/>
          </p:blipFill>
          <p:spPr>
            <a:xfrm>
              <a:off x="484989" y="5106876"/>
              <a:ext cx="1343396" cy="1508766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3C5FA96-41A5-4306-93FA-6B52BBE9BE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317" t="50717" r="228"/>
            <a:stretch/>
          </p:blipFill>
          <p:spPr>
            <a:xfrm>
              <a:off x="2500084" y="5109191"/>
              <a:ext cx="1343396" cy="15128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347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368C3EC-AF23-41D3-9EF7-16EF0148BBBD}"/>
              </a:ext>
            </a:extLst>
          </p:cNvPr>
          <p:cNvGrpSpPr/>
          <p:nvPr/>
        </p:nvGrpSpPr>
        <p:grpSpPr>
          <a:xfrm>
            <a:off x="232484" y="123951"/>
            <a:ext cx="11727032" cy="6610097"/>
            <a:chOff x="232484" y="123951"/>
            <a:chExt cx="11727032" cy="661009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86D615E-10B9-4E30-81B8-6A1E2EE930F2}"/>
                </a:ext>
              </a:extLst>
            </p:cNvPr>
            <p:cNvSpPr/>
            <p:nvPr/>
          </p:nvSpPr>
          <p:spPr>
            <a:xfrm>
              <a:off x="232484" y="123951"/>
              <a:ext cx="11727032" cy="66100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0F1C4F-B7B5-41FF-856E-C86C92E147A1}"/>
                </a:ext>
              </a:extLst>
            </p:cNvPr>
            <p:cNvSpPr/>
            <p:nvPr/>
          </p:nvSpPr>
          <p:spPr>
            <a:xfrm>
              <a:off x="352595" y="231201"/>
              <a:ext cx="11486810" cy="6395596"/>
            </a:xfrm>
            <a:prstGeom prst="roundRect">
              <a:avLst>
                <a:gd name="adj" fmla="val 271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ECC0D10-7007-40DF-BAF2-C5D0D29C32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" t="2156" r="524" b="1447"/>
            <a:stretch/>
          </p:blipFill>
          <p:spPr>
            <a:xfrm>
              <a:off x="472926" y="278484"/>
              <a:ext cx="11246148" cy="6301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985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FA04B67D-D355-46A9-BE7D-D6185CE00085}"/>
              </a:ext>
            </a:extLst>
          </p:cNvPr>
          <p:cNvGrpSpPr/>
          <p:nvPr/>
        </p:nvGrpSpPr>
        <p:grpSpPr>
          <a:xfrm>
            <a:off x="232484" y="123951"/>
            <a:ext cx="11727032" cy="6610097"/>
            <a:chOff x="232484" y="123951"/>
            <a:chExt cx="11727032" cy="661009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86D615E-10B9-4E30-81B8-6A1E2EE930F2}"/>
                </a:ext>
              </a:extLst>
            </p:cNvPr>
            <p:cNvSpPr/>
            <p:nvPr/>
          </p:nvSpPr>
          <p:spPr>
            <a:xfrm>
              <a:off x="232484" y="123951"/>
              <a:ext cx="11727032" cy="66100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0F1C4F-B7B5-41FF-856E-C86C92E147A1}"/>
                </a:ext>
              </a:extLst>
            </p:cNvPr>
            <p:cNvSpPr/>
            <p:nvPr/>
          </p:nvSpPr>
          <p:spPr>
            <a:xfrm>
              <a:off x="352595" y="231201"/>
              <a:ext cx="11486810" cy="63955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EEA95FB-2989-4780-8695-D16BD9C818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334" b="33161"/>
            <a:stretch/>
          </p:blipFill>
          <p:spPr>
            <a:xfrm>
              <a:off x="352595" y="231200"/>
              <a:ext cx="5623662" cy="6305671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2CF4CE7-9EBF-490A-BC05-6A7C0273E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3949" y="231200"/>
              <a:ext cx="5455456" cy="6395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241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53DCC14C-2D9F-4613-BCF5-BD22CE94EA8E}"/>
              </a:ext>
            </a:extLst>
          </p:cNvPr>
          <p:cNvGrpSpPr/>
          <p:nvPr/>
        </p:nvGrpSpPr>
        <p:grpSpPr>
          <a:xfrm>
            <a:off x="232484" y="123951"/>
            <a:ext cx="11727032" cy="6610097"/>
            <a:chOff x="232484" y="123951"/>
            <a:chExt cx="11727032" cy="661009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86D615E-10B9-4E30-81B8-6A1E2EE930F2}"/>
                </a:ext>
              </a:extLst>
            </p:cNvPr>
            <p:cNvSpPr/>
            <p:nvPr/>
          </p:nvSpPr>
          <p:spPr>
            <a:xfrm>
              <a:off x="232484" y="123951"/>
              <a:ext cx="11727032" cy="66100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0F1C4F-B7B5-41FF-856E-C86C92E147A1}"/>
                </a:ext>
              </a:extLst>
            </p:cNvPr>
            <p:cNvSpPr/>
            <p:nvPr/>
          </p:nvSpPr>
          <p:spPr>
            <a:xfrm>
              <a:off x="352595" y="231201"/>
              <a:ext cx="11486810" cy="639559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D115DD2-7C62-4CFF-BA4A-3CE0F4658B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8" t="20227" r="378"/>
            <a:stretch/>
          </p:blipFill>
          <p:spPr>
            <a:xfrm>
              <a:off x="352594" y="3809278"/>
              <a:ext cx="11486809" cy="281752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BE2B60D5-0232-4CB3-A8BF-BD92BEB4E3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9" t="20310" r="383"/>
            <a:stretch/>
          </p:blipFill>
          <p:spPr>
            <a:xfrm>
              <a:off x="352594" y="666507"/>
              <a:ext cx="11486810" cy="2722562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8CFA395-7214-48D6-B9A2-FB6D52116AC3}"/>
                </a:ext>
              </a:extLst>
            </p:cNvPr>
            <p:cNvSpPr txBox="1"/>
            <p:nvPr/>
          </p:nvSpPr>
          <p:spPr>
            <a:xfrm>
              <a:off x="352596" y="305105"/>
              <a:ext cx="28532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amera front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D87444B-4278-4B84-B733-E0398A364CEB}"/>
                </a:ext>
              </a:extLst>
            </p:cNvPr>
            <p:cNvSpPr txBox="1"/>
            <p:nvPr/>
          </p:nvSpPr>
          <p:spPr>
            <a:xfrm>
              <a:off x="3325953" y="305105"/>
              <a:ext cx="29224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Gump walks to the bed. Gump stands.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8740BE2-6657-4F17-B9A2-73184EA14B64}"/>
                </a:ext>
              </a:extLst>
            </p:cNvPr>
            <p:cNvSpPr txBox="1"/>
            <p:nvPr/>
          </p:nvSpPr>
          <p:spPr>
            <a:xfrm>
              <a:off x="6297386" y="305105"/>
              <a:ext cx="2781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Gump sits on the sofa.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FDE729E-6A2F-435D-9C28-A3F363F7DCBE}"/>
                </a:ext>
              </a:extLst>
            </p:cNvPr>
            <p:cNvSpPr txBox="1"/>
            <p:nvPr/>
          </p:nvSpPr>
          <p:spPr>
            <a:xfrm>
              <a:off x="9078686" y="305105"/>
              <a:ext cx="26116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Gump runs to the road.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D8CEFC8-594B-4F2D-94C7-0023B0B2AFE0}"/>
                </a:ext>
              </a:extLst>
            </p:cNvPr>
            <p:cNvSpPr txBox="1"/>
            <p:nvPr/>
          </p:nvSpPr>
          <p:spPr>
            <a:xfrm>
              <a:off x="352596" y="3496319"/>
              <a:ext cx="28532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There is an organized office room$...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CB20435-EC19-40AD-9571-B40D92D0AA75}"/>
                </a:ext>
              </a:extLst>
            </p:cNvPr>
            <p:cNvSpPr txBox="1"/>
            <p:nvPr/>
          </p:nvSpPr>
          <p:spPr>
            <a:xfrm>
              <a:off x="3110777" y="3492881"/>
              <a:ext cx="35919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man sits on the chair and is typing the laptop.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3B11995-12D3-4B21-9B1D-9D3B8B1268D7}"/>
                </a:ext>
              </a:extLst>
            </p:cNvPr>
            <p:cNvSpPr txBox="1"/>
            <p:nvPr/>
          </p:nvSpPr>
          <p:spPr>
            <a:xfrm>
              <a:off x="6297386" y="3496319"/>
              <a:ext cx="2781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 right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5E607B4-5896-4BA3-990F-03A80A304689}"/>
                </a:ext>
              </a:extLst>
            </p:cNvPr>
            <p:cNvSpPr txBox="1"/>
            <p:nvPr/>
          </p:nvSpPr>
          <p:spPr>
            <a:xfrm>
              <a:off x="9078686" y="3496319"/>
              <a:ext cx="26116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man sits on the armchair.</a:t>
              </a:r>
              <a:endParaRPr lang="zh-CN" altLang="en-US" sz="1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56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C66A280-F364-456F-8F47-FE95F90BE4E0}"/>
              </a:ext>
            </a:extLst>
          </p:cNvPr>
          <p:cNvGrpSpPr/>
          <p:nvPr/>
        </p:nvGrpSpPr>
        <p:grpSpPr>
          <a:xfrm>
            <a:off x="232484" y="123951"/>
            <a:ext cx="11727032" cy="6610097"/>
            <a:chOff x="232484" y="123951"/>
            <a:chExt cx="11727032" cy="661009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86D615E-10B9-4E30-81B8-6A1E2EE930F2}"/>
                </a:ext>
              </a:extLst>
            </p:cNvPr>
            <p:cNvSpPr/>
            <p:nvPr/>
          </p:nvSpPr>
          <p:spPr>
            <a:xfrm>
              <a:off x="232484" y="123951"/>
              <a:ext cx="11727032" cy="66100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0F1C4F-B7B5-41FF-856E-C86C92E147A1}"/>
                </a:ext>
              </a:extLst>
            </p:cNvPr>
            <p:cNvSpPr/>
            <p:nvPr/>
          </p:nvSpPr>
          <p:spPr>
            <a:xfrm>
              <a:off x="352595" y="231201"/>
              <a:ext cx="11486810" cy="6395596"/>
            </a:xfrm>
            <a:prstGeom prst="roundRect">
              <a:avLst>
                <a:gd name="adj" fmla="val 271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75F2204-C2EE-4433-8483-EB50DDD3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039" y="1269545"/>
              <a:ext cx="11484366" cy="4318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69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129</Words>
  <Application>Microsoft Office PowerPoint</Application>
  <PresentationFormat>宽屏</PresentationFormat>
  <Paragraphs>22</Paragraphs>
  <Slides>9</Slides>
  <Notes>0</Notes>
  <HiddenSlides>8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Candara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jiaqi zhang</dc:creator>
  <cp:lastModifiedBy>jiaqi zhang</cp:lastModifiedBy>
  <cp:revision>35</cp:revision>
  <dcterms:created xsi:type="dcterms:W3CDTF">2024-07-03T02:09:32Z</dcterms:created>
  <dcterms:modified xsi:type="dcterms:W3CDTF">2026-02-01T03:22:04Z</dcterms:modified>
</cp:coreProperties>
</file>